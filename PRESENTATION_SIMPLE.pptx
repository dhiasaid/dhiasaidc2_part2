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003366"/>
                </a:solidFill>
              </a:defRPr>
            </a:pPr>
            <a:r>
              <a:t>Projet C2 Sécurisé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Dhiasaidd</a:t>
            </a:r>
          </a:p>
          <a:p>
            <a:r>
              <a:t>Janvier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Objectif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Créer un système de commande et contrôle (C2)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Communication sécurisée via protocole TLS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Exécuter des commandes à distance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Contexte : projet académique en cybersécurité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Architecture du Système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Modèle Client-Serveur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Client Python déployé sur machines distantes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Serveur central pour l'administration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Canal chiffré TLS entre les deux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Technologies Utilisées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Python 3.8+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Protocole TLS (Transport Layer Security)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Sockets Python (socket, ssl)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Exécution shell via subprocess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Comment ça Marche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1. Client se connecte au serveur (TLS)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2. Serveur envoie une commande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3. Client exécute la commande localement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4. Résultat envoyé au serveur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Fichiers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client.py - Script client C2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cert.pem - Certificat TLS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dhia/ - Environnement virtuel Python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Comment Démarrer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600"/>
              </a:spcBef>
              <a:defRPr sz="2200">
                <a:solidFill>
                  <a:srgbClr val="323232"/>
                </a:solidFill>
              </a:defRPr>
            </a:pPr>
            <a:r>
              <a:t>git clone https://github.com/.../dhiasaidC2_part2.git</a:t>
            </a:r>
          </a:p>
          <a:p>
            <a:pPr>
              <a:spcBef>
                <a:spcPts val="1600"/>
              </a:spcBef>
              <a:defRPr sz="2200">
                <a:solidFill>
                  <a:srgbClr val="323232"/>
                </a:solidFill>
              </a:defRPr>
            </a:pPr>
            <a:r>
              <a:t>cd dhiasaidC2_part2</a:t>
            </a:r>
          </a:p>
          <a:p>
            <a:pPr>
              <a:spcBef>
                <a:spcPts val="1600"/>
              </a:spcBef>
              <a:defRPr sz="2200">
                <a:solidFill>
                  <a:srgbClr val="323232"/>
                </a:solidFill>
              </a:defRPr>
            </a:pPr>
            <a:r>
              <a:t>source dhia/bin/activate</a:t>
            </a:r>
          </a:p>
          <a:p>
            <a:pPr>
              <a:spcBef>
                <a:spcPts val="1600"/>
              </a:spcBef>
              <a:defRPr sz="2200">
                <a:solidFill>
                  <a:srgbClr val="323232"/>
                </a:solidFill>
              </a:defRPr>
            </a:pPr>
            <a:r>
              <a:t>python client.py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Chiffrement TLS des communications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Authentification par certificats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Gestion des erreurs de connexion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Contexte pédagogique uniquement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Limites et Améliorations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Limites : Configuration TLS de test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Améliorations : Serveur avec interface web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Améliorations : Reconnexion automatique</a:t>
            </a:r>
          </a:p>
          <a:p>
            <a:pPr>
              <a:spcBef>
                <a:spcPts val="2000"/>
              </a:spcBef>
              <a:defRPr sz="2400">
                <a:solidFill>
                  <a:srgbClr val="323232"/>
                </a:solidFill>
              </a:defRPr>
            </a:pPr>
            <a:r>
              <a:t>Améliorations : Authentification mutuelle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003366"/>
                </a:solidFill>
              </a:defRPr>
            </a:pPr>
            <a:r>
              <a:t>Merci 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</a:defRPr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